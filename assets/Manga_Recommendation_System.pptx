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เปิดด้วยการบอกว่าโปรเจกต์นี้คือเว็บแนะนำมังงะที่เก็บข้อมูลเป็นกราฟใน Neo4j Aura และทำหน้าเว็บด้วย Streamlit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สรุปสามเป้าหมาย: แนะนำมังงะจากคนที่ชอบคล้ายกัน บอกเหตุผลที่แนะนำ และให้ Admin จัดการข้อมูลผ่านหน้าเว็บได้เอง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อธิบายสองเส้นทาง เส้นบนคือผู้ใช้เปิดเว็บ Streamlit ซึ่งคุยกับ Neo4j Aura ด้วย Cypher เส้นล่างคือโค้ดอยู่บน GitHub แล้ว Streamlit Cloud นำไปรัน โดยรหัสผ่านเก็บแยกใน Secrets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มีสอง Node คือ User และ Manga และสองความสัมพันธ์ LIKES คือสิ่งที่ผู้ใช้กดชอบ ส่วน RECOMMENDS คือคำแนะนำที่ระบบสร้าง เก็บคะแนนและเหตุผลไว้บนเส้นความสัมพันธ์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ข้อมูลตัวอย่างมี 11 User และมังงะ 10 เรื่อง รวม 23 LIKES โดย U011 ตั้งใจให้ไม่มี LIKES เพื่อทดสอบกรณีผู้ใช้ใหม่ และใช้ MERGE จึงกดสร้างซ้ำได้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ระบบตรวจก่อนว่าผู้ใช้มี LIKES หรือไม่ ถ้าไม่มีให้ใช้เรื่องยอดนิยม ถ้ามีจะลองหาผู้ใช้ที่ชอบคล้ายกันก่อน และถ้าไม่เจอจึงกลับไปใช้เรื่องยอดนิยมเป็นทางเลือกสำรอง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 query หลักของระบบ เดินจากผู้ใช้ไปยังมังงะที่ชอบ แล้วไปหาผู้ใช้คนอื่นที่ชอบเรื่องเดียวกัน แล้วไปยังมังงะอื่นที่เขาชอบ ตัดเรื่องที่ผู้ใช้ชอบอยู่แล้ว และนับจำนวนผู้ใช้ที่คล้ายกันเป็นคะแนน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ยกตัวอย่างจากข้อมูลจริง Siriporn ชอบ Spy x Family กับ Demon Slayer ซึ่ง Malee ก็ชอบทั้งสองเรื่อง และ Malee ยังชอบ My Hero Academia ด้วย ระบบจึงแนะนำเรื่องนี้ให้ Siriporn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การ์ดนี้เป็นตัวอย่างข้อความเหตุผลที่ระบบสร้างให้อัตโนมัติ ถ้า Admin เขียนเหตุผลของตัวเองไว้ในหน้า Admin ข้อความนั้นจะแสดงแทน และจะไม่ถูกลบเมื่อกดสร้างเส้น RECOMMENDS 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เมนูทั้งหมดอยู่ที่แถบด้านซ้ายของเว็บ ผู้ใช้ทั่วไปใช้ห้าเมนูแรก ส่วน Admin Panel ต้องใส่รหัสผ่านก่อนเข้า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นี่คือภาพหน้า Dashboard จากเว็บที่ deploy บน Streamlit Cloud จริง แถวบนคือตัวเลขภาพรวมจากฐานข้อมูล ถัดลงมาเลือก User เพื่อดูมังงะที่ชอบและมังงะที่ระบบแนะนำ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 Admin มีห้าแท็บ จัดการ User มังงะ และ Likes ได้ครบ และมีแท็บเขียนเหตุผลการแนะนำให้ User แต่ละคน การเข้าหน้านี้ต้องใส่รหัสผ่านที่ตั้งไว้ใน Secrets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เล่าสามปัญหาที่เจอระหว่างพัฒนา ชื่อมังงะไม่ขึ้นเพราะ HTML ถูกมองเป็นโค้ด รูปปกจาก Wikipedia โหลดไม่ได้ จึงเปลี่ยนไปดึงจาก AniList และ MyAnimeList และรูป Demon Slayer ที่ได้ไม่ตรงปก จึงฝังรูปที่ถูกต้องไว้ในโค้ดและเพิ่มช่องอัปโหลดในหน้า Admin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ขั้นตอน deploy มีสี่ข้อ เมื่อเว็บรันแล้ว ถ้าแก้โค้ดและ push ขึ้น GitHub อีกครั้ง Streamlit Cloud จะอัปเดตเว็บให้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รหัสผ่านฐานข้อมูลและรหัส Admin ไม่อยู่ในโค้ด แต่เก็บใน Secrets ของ Streamlit ค่าในสไลด์เป็นแค่ตัวอย่าง ไม่ใช่ค่าจริง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หกแนวทางต่อยอด เริ่มจากทำระบบ Login แล้วเพิ่มข้อมูลให้ละเอียดขึ้น เช่น คะแนนและแนวมังงะ จากนั้นใช้ Graph Data Science และวัดผลคำแนะนำด้วย Precision@K และ Recall@K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ปิดการนำเสนอและเปิดให้ถามคำถาม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ปกมังงะ Demon Slay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1117580"/>
            <a:ext cx="3047970" cy="46227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10" y="1587490"/>
            <a:ext cx="698501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PROJECT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12810" y="1968520"/>
            <a:ext cx="69850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 Recommendation System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10" y="4699010"/>
            <a:ext cx="698501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ระบบแนะนำมังงะ ด้วย Neo4j Graph Database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12810" y="5460980"/>
            <a:ext cx="6985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 · Streamlit · GitHub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ระบบนี้ทำอะไร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3386663" cy="2730490"/>
          </a:xfrm>
          <a:prstGeom prst="roundRect">
            <a:avLst>
              <a:gd name="adj" fmla="val 511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6830" y="1879641"/>
            <a:ext cx="127001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066830" y="285750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แนะนำมังงะ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66830" y="3365449"/>
            <a:ext cx="2878623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จากความชอบของ ผู้ใช้ที่คล้ายกัน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53" y="1714500"/>
            <a:ext cx="3386663" cy="2730490"/>
          </a:xfrm>
          <a:prstGeom prst="roundRect">
            <a:avLst>
              <a:gd name="adj" fmla="val 511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6673" y="1879641"/>
            <a:ext cx="127001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56673" y="285750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อธิบายเหตุผลได้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56673" y="3365449"/>
            <a:ext cx="2878623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บอกว่าทำไมแนะนำ เรื่องนี้ให้ User คนนี้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496" y="1714500"/>
            <a:ext cx="3386663" cy="2730490"/>
          </a:xfrm>
          <a:prstGeom prst="roundRect">
            <a:avLst>
              <a:gd name="adj" fmla="val 511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6516" y="1879641"/>
            <a:ext cx="1270010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246516" y="285750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จัดการข้อมูลเอง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46516" y="3365449"/>
            <a:ext cx="2878623" cy="8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เพิ่ม แก้ไข ลบ ข้อมูล ผ่านหน้าเว็บ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2810" y="4889480"/>
            <a:ext cx="1056634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Neo4j เก็บความสัมพันธ์ ระหว่าง User และ Manga เป็นกราฟ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651041"/>
            <a:ext cx="2946380" cy="1397020"/>
          </a:xfrm>
          <a:prstGeom prst="roundRect">
            <a:avLst>
              <a:gd name="adj" fmla="val 100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854220"/>
            <a:ext cx="24891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32413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 ผ่านเบราว์เซอร์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22749" y="1651041"/>
            <a:ext cx="2946380" cy="1397020"/>
          </a:xfrm>
          <a:prstGeom prst="roundRect">
            <a:avLst>
              <a:gd name="adj" fmla="val 100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51349" y="1854220"/>
            <a:ext cx="24891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51349" y="232413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หน้าเว็บและตรรกะแนะนำ ใน app.py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32780" y="1651041"/>
            <a:ext cx="2946380" cy="1397020"/>
          </a:xfrm>
          <a:prstGeom prst="roundRect">
            <a:avLst>
              <a:gd name="adj" fmla="val 100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61380" y="1854220"/>
            <a:ext cx="24891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661380" y="232413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User, Manga, LIKES, RECOMMENDS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11620" y="2209830"/>
            <a:ext cx="558790" cy="279441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21559" y="2209830"/>
            <a:ext cx="558790" cy="279441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2810" y="3365449"/>
            <a:ext cx="50799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300" kern="0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 DEPLOY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10" y="3810030"/>
            <a:ext cx="2946380" cy="1524030"/>
          </a:xfrm>
          <a:prstGeom prst="roundRect">
            <a:avLst>
              <a:gd name="adj" fmla="val 9168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1410" y="398779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41410" y="4762470"/>
            <a:ext cx="24891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เก็บโค้ด app.py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22749" y="3810030"/>
            <a:ext cx="2946380" cy="1524030"/>
          </a:xfrm>
          <a:prstGeom prst="roundRect">
            <a:avLst>
              <a:gd name="adj" fmla="val 9168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51349" y="398779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Community Cloud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51349" y="4762470"/>
            <a:ext cx="24891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รันเว็บให้ใช้งานออนไลน์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32780" y="3810030"/>
            <a:ext cx="2946380" cy="1524030"/>
          </a:xfrm>
          <a:prstGeom prst="roundRect">
            <a:avLst>
              <a:gd name="adj" fmla="val 9168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61380" y="3987790"/>
            <a:ext cx="24891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661380" y="4762470"/>
            <a:ext cx="24891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URI และรหัสผ่าน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11620" y="4432280"/>
            <a:ext cx="558790" cy="279441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721559" y="4432280"/>
            <a:ext cx="558790" cy="279441"/>
          </a:xfrm>
          <a:prstGeom prst="leftArrow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โมเดลกราฟ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841510"/>
            <a:ext cx="1524030" cy="761970"/>
          </a:xfrm>
          <a:prstGeom prst="roundRect">
            <a:avLst>
              <a:gd name="adj" fmla="val 50006"/>
            </a:avLst>
          </a:prstGeom>
          <a:solidFill>
            <a:srgbClr val="6D28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2810" y="1841510"/>
            <a:ext cx="1524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489180" y="1892259"/>
            <a:ext cx="1904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06659" y="2235159"/>
            <a:ext cx="1270010" cy="279441"/>
          </a:xfrm>
          <a:prstGeom prst="rightArrow">
            <a:avLst/>
          </a:prstGeom>
          <a:solidFill>
            <a:srgbClr val="6D28D9"/>
          </a:solidFill>
          <a:ln/>
        </p:spPr>
      </p:sp>
      <p:sp>
        <p:nvSpPr>
          <p:cNvPr id="7" name="Shape 5"/>
          <p:cNvSpPr/>
          <p:nvPr/>
        </p:nvSpPr>
        <p:spPr>
          <a:xfrm>
            <a:off x="4546580" y="1841510"/>
            <a:ext cx="1524030" cy="761970"/>
          </a:xfrm>
          <a:prstGeom prst="roundRect">
            <a:avLst>
              <a:gd name="adj" fmla="val 50006"/>
            </a:avLst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46580" y="1841510"/>
            <a:ext cx="1524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12810" y="2705070"/>
            <a:ext cx="52578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(u:User)-[:LIKES]-&gt;(m:Manga)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10" y="3429000"/>
            <a:ext cx="1524030" cy="761970"/>
          </a:xfrm>
          <a:prstGeom prst="roundRect">
            <a:avLst>
              <a:gd name="adj" fmla="val 50006"/>
            </a:avLst>
          </a:prstGeom>
          <a:solidFill>
            <a:srgbClr val="6D28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810" y="3429000"/>
            <a:ext cx="1524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489180" y="3479749"/>
            <a:ext cx="190497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06659" y="3822649"/>
            <a:ext cx="1270010" cy="279441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46580" y="3429000"/>
            <a:ext cx="1524030" cy="761970"/>
          </a:xfrm>
          <a:prstGeom prst="roundRect">
            <a:avLst>
              <a:gd name="adj" fmla="val 50006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46580" y="3429000"/>
            <a:ext cx="152403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2810" y="4292559"/>
            <a:ext cx="525780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(u:User)-[:RECOMMENDS]-&gt;(m:Manga)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78559" y="1714500"/>
            <a:ext cx="4800600" cy="3301990"/>
          </a:xfrm>
          <a:prstGeom prst="roundRect">
            <a:avLst>
              <a:gd name="adj" fmla="val 4231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32580" y="194310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spc="300" kern="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PROPERTY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32580" y="2349459"/>
            <a:ext cx="4317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32580" y="2679649"/>
            <a:ext cx="43179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user_id, name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32580" y="3174980"/>
            <a:ext cx="4317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32580" y="3505170"/>
            <a:ext cx="43179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manga_id, title, image_url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32580" y="4000500"/>
            <a:ext cx="4317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32580" y="4330690"/>
            <a:ext cx="431798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score, type, auto_reason, custom_reason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ข้อมูลตัวอย่าง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2489180" cy="2413010"/>
          </a:xfrm>
          <a:prstGeom prst="roundRect">
            <a:avLst>
              <a:gd name="adj" fmla="val 5790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854220"/>
            <a:ext cx="203198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984510"/>
            <a:ext cx="2031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3467130"/>
            <a:ext cx="20319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U001 – U011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5170" y="1714500"/>
            <a:ext cx="2489180" cy="2413010"/>
          </a:xfrm>
          <a:prstGeom prst="roundRect">
            <a:avLst>
              <a:gd name="adj" fmla="val 5790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3770" y="1854220"/>
            <a:ext cx="203198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733770" y="2984510"/>
            <a:ext cx="2031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33770" y="3467130"/>
            <a:ext cx="20319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M001 – M010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20" y="1714500"/>
            <a:ext cx="2489180" cy="2413010"/>
          </a:xfrm>
          <a:prstGeom prst="roundRect">
            <a:avLst>
              <a:gd name="adj" fmla="val 5790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6220" y="1854220"/>
            <a:ext cx="203198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26220" y="2984510"/>
            <a:ext cx="2031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26220" y="3467130"/>
            <a:ext cx="20319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→ Manga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89980" y="1714500"/>
            <a:ext cx="2489180" cy="2413010"/>
          </a:xfrm>
          <a:prstGeom prst="roundRect">
            <a:avLst>
              <a:gd name="adj" fmla="val 5790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18580" y="1854220"/>
            <a:ext cx="203198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118580" y="2984510"/>
            <a:ext cx="20319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Cold Start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18580" y="3467130"/>
            <a:ext cx="2031980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U011 ไม่มี LIKES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4572000"/>
            <a:ext cx="1056634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สร้างด้วย MERGE กดซ้ำได้ โดยไม่เกิดข้อมูลซ้ำ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ลำดับการเลือกวิธีแนะนำ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3386663" cy="2984510"/>
          </a:xfrm>
          <a:prstGeom prst="roundRect">
            <a:avLst>
              <a:gd name="adj" fmla="val 4682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6830" y="194310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ผู้ใช้ใหม่ · ไม่มี LIKES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66830" y="232413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Popular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66830" y="2895630"/>
            <a:ext cx="2878623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แนะนำมังงะ ที่มี LIKES มากที่สุด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66830" y="424181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 LIKES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2653" y="1714500"/>
            <a:ext cx="3386663" cy="2984510"/>
          </a:xfrm>
          <a:prstGeom prst="roundRect">
            <a:avLst>
              <a:gd name="adj" fmla="val 4682"/>
            </a:avLst>
          </a:prstGeom>
          <a:solidFill>
            <a:srgbClr val="6D28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6673" y="194310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DE68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ผู้ใช้ที่มี LIKES แล้ว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56673" y="232413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 User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56673" y="2895630"/>
            <a:ext cx="2878623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หาผู้ใช้ที่ชอบ เรื่องเดียวกัน แล้วแนะนำ เรื่องอื่นที่เขาชอบ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6673" y="424181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3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จำนวนผู้ใช้ที่คล้ายกัน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2496" y="1714500"/>
            <a:ext cx="3386663" cy="2984510"/>
          </a:xfrm>
          <a:prstGeom prst="roundRect">
            <a:avLst>
              <a:gd name="adj" fmla="val 4682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6516" y="194310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ไม่พบผู้ใช้ที่คล้ายกัน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46516" y="2324130"/>
            <a:ext cx="2878623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Popular (fallback)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246516" y="2895630"/>
            <a:ext cx="2878623" cy="107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กลับไปใช้ มังงะยอดนิยมแทน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46516" y="4241810"/>
            <a:ext cx="287862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 LIKES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ที่หาผู้ใช้ที่คล้ายกัน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651041"/>
            <a:ext cx="10566349" cy="2667030"/>
          </a:xfrm>
          <a:prstGeom prst="roundRect">
            <a:avLst>
              <a:gd name="adj" fmla="val 5239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7580" y="1879641"/>
            <a:ext cx="9969520" cy="254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(me:User {user_id: $user_id})-[:LIKES]-&gt;(liked:Manga)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&lt;-[:LIKES]-(similar:User)-[:LIKES]-&gt;(recommend:Manga)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similar &lt;&gt; me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NOT EXISTS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(me)-[:LIKES]-&gt;(recommend) }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recommend, count(DISTINCT similar)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recommend.title, score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LIMIT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$limit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4699010"/>
            <a:ext cx="338666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 &lt;&gt; 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4991070"/>
            <a:ext cx="3386663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ไม่นับตัวเอง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02653" y="4699010"/>
            <a:ext cx="338666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 EXISTS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02653" y="4991070"/>
            <a:ext cx="3386663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ตัดเรื่องที่ชอบอยู่แล้ว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92496" y="4699010"/>
            <a:ext cx="3386663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count(DISTINCT similar)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92496" y="4991070"/>
            <a:ext cx="3386663" cy="50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นับผู้ใช้ที่คล้ายกัน เป็น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แนะนำให้ Siriporn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2552730" cy="2413010"/>
          </a:xfrm>
          <a:prstGeom prst="roundRect">
            <a:avLst>
              <a:gd name="adj" fmla="val 5790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904970"/>
            <a:ext cx="1904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U002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184410"/>
            <a:ext cx="209553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Siriporn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2667030"/>
            <a:ext cx="2095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1410" y="2959090"/>
            <a:ext cx="209553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Spy x Family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Demon Slayer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3310" y="1714500"/>
            <a:ext cx="2552730" cy="2413010"/>
          </a:xfrm>
          <a:prstGeom prst="roundRect">
            <a:avLst>
              <a:gd name="adj" fmla="val 5790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1910" y="1904970"/>
            <a:ext cx="1904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U004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41910" y="2184410"/>
            <a:ext cx="209553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Malee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41910" y="2667030"/>
            <a:ext cx="2095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41910" y="2959090"/>
            <a:ext cx="215899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Spy x Family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Demon Slayer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My Hero Academia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13810" y="1714500"/>
            <a:ext cx="2552730" cy="2413010"/>
          </a:xfrm>
          <a:prstGeom prst="roundRect">
            <a:avLst>
              <a:gd name="adj" fmla="val 5790"/>
            </a:avLst>
          </a:prstGeom>
          <a:solidFill>
            <a:srgbClr val="6D28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42410" y="1904970"/>
            <a:ext cx="1904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DE68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42410" y="2184410"/>
            <a:ext cx="215899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My Hero Academia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042410" y="3111520"/>
            <a:ext cx="209553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9E3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54420" y="2476470"/>
            <a:ext cx="1270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ชอบตรงกัน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เรื่อง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44890" y="3143250"/>
            <a:ext cx="888980" cy="254020"/>
          </a:xfrm>
          <a:prstGeom prst="rightArrow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4920" y="2476470"/>
            <a:ext cx="1270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Malee ชอบเพิ่ม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45390" y="3143250"/>
            <a:ext cx="888980" cy="254020"/>
          </a:xfrm>
          <a:prstGeom prst="rightArrow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2810" y="4635459"/>
            <a:ext cx="1056634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ตรงกับหน้า Dashboard จริง: My Hero Academia อันดับ 1 · score 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เหตุผลที่แนะนำ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184151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214628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สร้างอัตโนมัติ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12810" y="2641610"/>
            <a:ext cx="4572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ระบบอ่านจากกราฟ ว่า User ชอบเรื่องใด และใครชอบคล้ายกัน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2810" y="3556010"/>
            <a:ext cx="3810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แบบที่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2810" y="3860780"/>
            <a:ext cx="4572000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เขียนเอง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12810" y="4356110"/>
            <a:ext cx="4572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เหตุผลที่เขียนเอง จะแสดงแทน และไม่หายเมื่อสร้างคำแนะนำใหม่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91170" y="1777959"/>
            <a:ext cx="5587990" cy="3301990"/>
          </a:xfrm>
          <a:prstGeom prst="roundRect">
            <a:avLst>
              <a:gd name="adj" fmla="val 423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45190" y="2031980"/>
            <a:ext cx="1397020" cy="330190"/>
          </a:xfrm>
          <a:prstGeom prst="roundRect">
            <a:avLst>
              <a:gd name="adj" fmla="val 50014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45190" y="2031980"/>
            <a:ext cx="1397020" cy="33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#1 · score 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45190" y="2501890"/>
            <a:ext cx="5079949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My Hero Academia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045190" y="3060680"/>
            <a:ext cx="5079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 ID: M006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45190" y="3467130"/>
            <a:ext cx="5079949" cy="1358890"/>
          </a:xfrm>
          <a:prstGeom prst="roundRect">
            <a:avLst>
              <a:gd name="adj" fmla="val 7476"/>
            </a:avLst>
          </a:prstGeom>
          <a:solidFill>
            <a:srgbClr val="2A2457"/>
          </a:solidFill>
          <a:ln/>
        </p:spPr>
      </p:sp>
      <p:pic>
        <p:nvPicPr>
          <p:cNvPr id="15" name="Image 0" descr="ไอคอนหลอดไ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370" y="3683020"/>
            <a:ext cx="304770" cy="30477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705570" y="3644890"/>
            <a:ext cx="4254520" cy="133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เหตุผลที่แนะนำ: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เพราะคุณชอบ Spy x Family, Demon Slayer และมีผู้ใช้ 1 คน (Malee) ที่ชอบเรื่องเดียวกับคุณ ก็ชอบเรื่องนี้ด้วย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เมนูหลักของเว็บ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ตัวเลขภาพรวม และ LIKES กับคำแนะนำของ User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2653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1253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31253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และจำนวน Top-N พร้อมเหตุผล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2496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1096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Manga Search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1096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ค้นหาจากชื่อ และดูจำนวน Likes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10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1410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 Likes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41410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หรือลบ เรื่องที่ User ชอบ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2653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1253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31253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วาดกราฟเส้น LIKES และ RECOMMENDS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92496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1096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Panel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1096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Users, Manga, Likes และเหตุผล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3600" dirty="0"/>
          </a:p>
        </p:txBody>
      </p:sp>
      <p:pic>
        <p:nvPicPr>
          <p:cNvPr id="3" name="Image 0" descr="หน้า Dashboard ของเว็บ แสดงจำนวน Users, Manga, LIKES และ RECOMME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10" y="1714500"/>
            <a:ext cx="6349959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18380" y="1714500"/>
            <a:ext cx="38607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สิ่งที่เห็น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518380" y="2222449"/>
            <a:ext cx="3860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 Users, Manga, LIKES และ RECOMMENDS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518380" y="2984510"/>
            <a:ext cx="3860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เพื่อดู เรื่องที่ชอบ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18380" y="3746480"/>
            <a:ext cx="38607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ดูเรื่องที่ระบบแนะนำ พร้อมเหตุผล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18380" y="4572000"/>
            <a:ext cx="386078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ภาพจากเว็บจริง ที่ deploy แล้ว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Panel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10" y="1651041"/>
          <a:ext cx="10566349" cy="914400"/>
        </p:xfrm>
        <a:graphic>
          <a:graphicData uri="http://schemas.openxmlformats.org/drawingml/2006/table">
            <a:tbl>
              <a:tblPr/>
              <a:tblGrid>
                <a:gridCol w="3168670"/>
                <a:gridCol w="7397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F2F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แท็บ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4F2F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ทำอะไรได้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Users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 แก้ไขชื่อ และลบ User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Manga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 แก้ไข ลบ และอัปโหลดรูปปก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Likes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 หรือลบ ความชอบของ User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เหตุผลการแนะนำ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เขียนเหตุผล ให้ User แต่ละคน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รีเซ็ต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83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ล้างข้อมูล และสร้างข้อมูลตัวอย่าง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2810" y="4699010"/>
            <a:ext cx="10566349" cy="761970"/>
          </a:xfrm>
          <a:prstGeom prst="roundRect">
            <a:avLst>
              <a:gd name="adj" fmla="val 16669"/>
            </a:avLst>
          </a:prstGeom>
          <a:solidFill>
            <a:srgbClr val="6D28D9"/>
          </a:solidFill>
          <a:ln/>
        </p:spPr>
      </p:sp>
      <p:pic>
        <p:nvPicPr>
          <p:cNvPr id="5" name="Image 0" descr="ไอคอนกุญแ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30" y="4927610"/>
            <a:ext cx="304770" cy="30477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74780" y="4699010"/>
            <a:ext cx="9524939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เข้าได้ด้วยรหัสผ่าน ที่เก็บใน Streamlit Secrets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ปัญหาที่เจอและวิธีแก้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7746980" cy="1015990"/>
          </a:xfrm>
          <a:prstGeom prst="roundRect">
            <a:avLst>
              <a:gd name="adj" fmla="val 125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6830" y="1866930"/>
            <a:ext cx="730249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ชื่อมังงะแสดงเป็นโค้ด HTML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HTML ของการ์ดใหม่ ไม่ให้ย่อหน้า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10" y="2882920"/>
            <a:ext cx="7746980" cy="1015990"/>
          </a:xfrm>
          <a:prstGeom prst="roundRect">
            <a:avLst>
              <a:gd name="adj" fmla="val 125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6830" y="3035259"/>
            <a:ext cx="730249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รูปปกจาก Wikipedia ใช้ไม่ได้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ดึงรูปตามชื่อเรื่อง จาก AniList และ MyAnimeList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10" y="4051249"/>
            <a:ext cx="7746980" cy="1015990"/>
          </a:xfrm>
          <a:prstGeom prst="roundRect">
            <a:avLst>
              <a:gd name="adj" fmla="val 125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6830" y="4203680"/>
            <a:ext cx="730249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 Demon Slayer ไม่ตรงปก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 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ฝังรูปที่ถูกต้อง หรืออัปโหลดผ่านหน้า Admin</a:t>
            </a:r>
            <a:endParaRPr lang="en-US" sz="1500" dirty="0"/>
          </a:p>
        </p:txBody>
      </p:sp>
      <p:pic>
        <p:nvPicPr>
          <p:cNvPr id="9" name="Image 0" descr="ปกมังงะ Demon Slayer ที่ใช้แทนรูปเดิ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149" y="1714500"/>
            <a:ext cx="2413010" cy="36639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 Deploy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2489180" cy="2540020"/>
          </a:xfrm>
          <a:prstGeom prst="roundRect">
            <a:avLst>
              <a:gd name="adj" fmla="val 5613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854220"/>
            <a:ext cx="1270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667030"/>
            <a:ext cx="20319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ขึ้น GitHub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41410" y="3365449"/>
            <a:ext cx="2031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โค้ดทั้งหมด ยกเว้นไฟล์ secrets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5170" y="1714500"/>
            <a:ext cx="2489180" cy="2540020"/>
          </a:xfrm>
          <a:prstGeom prst="roundRect">
            <a:avLst>
              <a:gd name="adj" fmla="val 5613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3770" y="1854220"/>
            <a:ext cx="1270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733770" y="2667030"/>
            <a:ext cx="20319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สร้างแอปใหม่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33770" y="3365449"/>
            <a:ext cx="2031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repo, branch main และไฟล์ app.py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7620" y="1714500"/>
            <a:ext cx="2489180" cy="2540020"/>
          </a:xfrm>
          <a:prstGeom prst="roundRect">
            <a:avLst>
              <a:gd name="adj" fmla="val 5613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6220" y="1854220"/>
            <a:ext cx="1270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26220" y="2667030"/>
            <a:ext cx="20319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Secrets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26220" y="3365449"/>
            <a:ext cx="2031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วางค่าใน Advanced settings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89980" y="1714500"/>
            <a:ext cx="2489180" cy="2540020"/>
          </a:xfrm>
          <a:prstGeom prst="roundRect">
            <a:avLst>
              <a:gd name="adj" fmla="val 5613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18580" y="1854220"/>
            <a:ext cx="12700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18580" y="2667030"/>
            <a:ext cx="20319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18580" y="3365449"/>
            <a:ext cx="2031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ติดตั้งแพ็กเกจ จาก requirements.txt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10" y="4635459"/>
            <a:ext cx="10566349" cy="44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แก้โค้ดแล้ว push ใหม่ เว็บจะอัปเดตตาม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และ Secrets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5715000" cy="3174980"/>
          </a:xfrm>
          <a:prstGeom prst="roundRect">
            <a:avLst>
              <a:gd name="adj" fmla="val 4401"/>
            </a:avLst>
          </a:prstGeom>
          <a:solidFill>
            <a:srgbClr val="1B1C3A"/>
          </a:solidFill>
          <a:ln w="12700">
            <a:solidFill>
              <a:srgbClr val="3436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2159" y="1904970"/>
            <a:ext cx="5079949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Secrets (ตัวอย่าง)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2159" y="2286000"/>
            <a:ext cx="5206959" cy="241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[neo4j]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 = "neo4j+s://YOUR_INSTANCE.databases.neo4j.io"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"YOUR_USERNAME"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"YOUR_PASSWORD"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[admin]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2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"YOUR_ADMIN_PASSWORD"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34170" y="1714500"/>
            <a:ext cx="444499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 ไม่ขึ้น GitHub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34170" y="2146280"/>
            <a:ext cx="4444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.gitignore กัน .streamlit/secrets.toml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34170" y="2857500"/>
            <a:ext cx="444499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Parameterized Cypher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934170" y="3289280"/>
            <a:ext cx="4444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ส่งค่าด้วย $parameter ไม่ต่อ string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34170" y="4000500"/>
            <a:ext cx="444499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ต้องใส่รหัสผ่าน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934170" y="4432280"/>
            <a:ext cx="4444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และต้องติ๊กยืนยัน ก่อนลบข้อมูลทั้งหมด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9B6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634959"/>
            <a:ext cx="10566349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83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แนวทางต่อยอด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10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41410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Login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41410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แยกผู้ใช้ทั่วไป กับ Admin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53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1253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ให้คะแนนมังงะ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31253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rating แทนการกด Like อย่างเดียว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496" y="1714500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1096" y="1930390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แนะนำตามแนวมังงะ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1096" y="2387590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Genre เป็น Node ในกราฟ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10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1410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 Science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41410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Similarity และ PageRank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2653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1253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วัดผลคำแนะนำ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31253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Precision@K และ Recall@K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2496" y="3378159"/>
            <a:ext cx="3386663" cy="1460480"/>
          </a:xfrm>
          <a:prstGeom prst="roundRect">
            <a:avLst>
              <a:gd name="adj" fmla="val 9567"/>
            </a:avLst>
          </a:prstGeom>
          <a:solidFill>
            <a:srgbClr val="FBFAFF"/>
          </a:solidFill>
          <a:ln w="12700">
            <a:solidFill>
              <a:srgbClr val="DDD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1096" y="3594049"/>
            <a:ext cx="2929463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6D2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แนะนำเพื่อน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1096" y="4051249"/>
            <a:ext cx="2929463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หาผู้ใช้ ที่ชอบมังงะคล้ายกัน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2810" y="6197620"/>
            <a:ext cx="761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8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· Manga Recommendation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10" y="1904970"/>
            <a:ext cx="10566349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F4F2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12810" y="3365449"/>
            <a:ext cx="105663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12810" y="4127510"/>
            <a:ext cx="10566349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4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 · Streamlit · Python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Manga Recommendation System</dc:title>
  <dc:subject>PptxGenJS Presentation</dc:subject>
  <dc:creator>PptxGenJS</dc:creator>
  <cp:lastModifiedBy>PptxGenJS</cp:lastModifiedBy>
  <cp:revision>1</cp:revision>
  <dcterms:created xsi:type="dcterms:W3CDTF">2026-10-01T13:44:16Z</dcterms:created>
  <dcterms:modified xsi:type="dcterms:W3CDTF">2026-10-01T13:44:16Z</dcterms:modified>
</cp:coreProperties>
</file>